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463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2700" b="1">
                <a:solidFill>
                  <a:srgbClr val="1A202C"/>
                </a:solidFill>
              </a:defRPr>
            </a:pPr>
            <a:r>
              <a:t>Priority-Ordered Attribute Extraction: Complete Research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06040"/>
            <a:ext cx="10698480" cy="19659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1800">
                <a:solidFill>
                  <a:srgbClr val="5E6A78"/>
                </a:solidFill>
              </a:defRPr>
            </a:pPr>
            <a:r>
              <a:t>Internal team deck covering the audited Gemma 4 program from V3b through V11, the honest Gemma 3 position, the strongest results, and what remains before publication.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98932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>
                <a:solidFill>
                  <a:srgbClr val="5E6A78"/>
                </a:solidFill>
              </a:defRPr>
            </a:pPr>
            <a:r>
              <a:t>Internal team deck | Verified through V11 | 11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Why This Work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Industrial queries are not just unordered attribute bags; they contain priority and intent structure.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Downstream search systems benefit from knowing which attribute should drive retrieval first and which constraints are secondary.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project formalized this as a nested JSON prediction task with attribute order and key-synonym order.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preserved evidence now covers the whole path from early noisy Gemma 4 extraction to the current V11 standalone result and the hybrid deployment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Core claim: priority-aware structured extraction is useful and measurably harder than ordinary flat extraction.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Gemma 3 And Gemma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Gemma 3 survives in the repo only as exploratory setup context via Ollama pull commands.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There are no archived Gemma 3 fine-tuning logs or scored benchmark summaries, so a metric table would not be reproducible today.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Gemma 4 E4B is the fully audited platform for all preserved fine-tuning scripts, evaluations, and benchmark reports.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defensible paper position is: Gemma 3 is project history; Gemma 4 is the quantitative study unless the Gemma 3 archive is recovered.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This keeps the deck honest and avoids inventing Gemma 3 numbers that are not preserved.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Experimental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V3b: early Gemma 4 flat extractor on product key JSON; it recovered many values but produced a noisy uncontrolled key space.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V5: simpler flat JSON with IndiaMART-style keys plus cat74 coverage; still below qmeans on strict key+value quality.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V6: stricter canonical supervision plus gold data; this is where Gemma 4 clearly beat qmeans on exact key+value match rate.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V7 to V11: move to the nested priority schema; V7 became useful, V8 to V10 regressed, and V11 became the best standalone priority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How We Trained Gemma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V3b used product_train_with_keys data, max length 256, 3 epochs, and LoRA r=32 alpha=64 to learn early flat extraction.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V5 simplified the target into flat JSON with IndiaMART-style keys and added cat74 motor-domain coverage.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V6 tightened the problem again with a strict canonical prompt, cleaned training sets, gold_1k_v2 supervision, and remapped motor-domain keys.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V11 used a balanced nested recipe: cat74 priority rows, V6 flat-to-nested rows, and gold_1k_v2 converted to nested form with a restrained learning rate of 7e-5.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Key insight: the best standalone result came from a balanced rollback, not from a larger or more aggressive recipe.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Early Gemma 4 V3b Evidence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241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1463040"/>
                <a:gridCol w="4754880"/>
              </a:tblGrid>
              <a:tr h="859536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System View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F1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 Exact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Takeaway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</a:tr>
              <a:tr h="859536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V3b raw (98-query view)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13.7%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57.2%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Strong values, very noisy keys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859536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V3b normalized (98-query view)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20.4%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50.2%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Better canonical control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V3b normalized (full 1k view)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20.5%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42.5%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Same pattern holds at scale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859536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qmeans (98-query view)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45.0%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19.4%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Broad key coverage baseline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>
                <a:solidFill>
                  <a:srgbClr val="5E6A78"/>
                </a:solidFill>
              </a:defRPr>
            </a:pPr>
            <a:r>
              <a:t>Interpretation: the earliest Gemma 4 model already understood many values, but key discipline had to be learned in later stages.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Flat Extraction Milestones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9601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3657600"/>
                <a:gridCol w="1645920"/>
              </a:tblGrid>
              <a:tr h="859536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Headline Metric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</a:tr>
              <a:tr h="859536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qmeans_v2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V5 compare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KV strict F1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37.23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859536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V5_flat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V5 compare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KV strict F1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28.05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qmeans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Legacy 1k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Exact KV match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27.1%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859536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Gemma V6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Legacy 1k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Exact KV match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40.7%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>
                <a:solidFill>
                  <a:srgbClr val="5E6A78"/>
                </a:solidFill>
              </a:defRPr>
            </a:pPr>
            <a:r>
              <a:t>Interpretation: Gemma 4 did not win immediately, but by the V6 stage it clearly surpassed qmeans on exact key+value match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Priority Benchmark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241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645920"/>
                <a:gridCol w="4663440"/>
              </a:tblGrid>
              <a:tr h="537210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F1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Key+Value F1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Main Role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</a:tr>
              <a:tr h="537210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qmeans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45.50%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6.00%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Broad key coverage baseline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37210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V7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29.09%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15.52%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First useful priority model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V8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15.88%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10.72%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Higher capacity, lower recall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37210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V9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4.75%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2.69%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Heavy gold weighting collapse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V10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Clean-only collapse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37210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V11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45.44%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20.26%</a:t>
                      </a:r>
                    </a:p>
                  </a:txBody>
                  <a:tcPr/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Best standalone priority model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Hybrid V7+qmeans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54.38%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17.22%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 wrap="square" lIns="27432" rIns="27432" tIns="27432" bIns="27432"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Best operational system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>
                <a:solidFill>
                  <a:srgbClr val="5E6A78"/>
                </a:solidFill>
              </a:defRPr>
            </a:pPr>
            <a:r>
              <a:t>V11 is the strongest standalone model. The hybrid remains the strongest deployment path for key F1.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What V11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V11 key F1 reached 45.44%, effectively tying qmeans at 45.50% on broad key recovery.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V11 key+value F1 reached 20.26%, beating qmeans at 6.00% and beating V7 at 15.52%.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This shows the project recovered from the V8 to V10 regression and found a much stronger standalone model.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recovery came from a conservative data and adapter recipe, not from scaling up the model or oversampling gold more aggressively.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Short verdict: V11 is the best standalone model; hybrid is still the best overall system-level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Concrete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481328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0C5E91"/>
                </a:solidFill>
              </a:defRPr>
            </a:pPr>
            <a:r>
              <a:t>Query and Hybrid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4709160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>
                <a:solidFill>
                  <a:srgbClr val="1A202C"/>
                </a:solidFill>
              </a:defRPr>
            </a:pPr>
            <a:r>
              <a:t>Query: siemens 45 hp 3 phase 1440 rpm motor</a:t>
            </a:r>
            <a:br/>
            <a:br/>
            <a:r>
              <a:t>Hybrid final result:</a:t>
            </a:r>
            <a:br/>
            <a:r>
              <a:t>brand=siemens</a:t>
            </a:r>
            <a:br/>
            <a:r>
              <a:t>part type=motor</a:t>
            </a:r>
            <a:br/>
            <a:r>
              <a:t>power=45 hp</a:t>
            </a:r>
            <a:br/>
            <a:r>
              <a:t>phase=3 phase</a:t>
            </a:r>
            <a:br/>
            <a:r>
              <a:t>rpm=1440 rpm</a:t>
            </a:r>
            <a:br/>
            <a:br/>
            <a:r>
              <a:t>Nested output preserves attribute order and key-synonym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B24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81328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B24534"/>
                </a:solidFill>
              </a:defRPr>
            </a:pPr>
            <a:r>
              <a:t>Why The Example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47088"/>
            <a:ext cx="4709160" cy="4069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>
                <a:solidFill>
                  <a:srgbClr val="1A202C"/>
                </a:solidFill>
              </a:defRPr>
            </a:pPr>
            <a:r>
              <a:t>The preserved V7 raw output for this query had extra nested wrappers under attribute_priorityN.</a:t>
            </a:r>
            <a:br/>
            <a:br/>
            <a:r>
              <a:t>After robust parsing, V7 and the hybrid recovered the correct flat semantics. qmeans recovered most values but weakened the part-type assignment in this case.</a:t>
            </a:r>
            <a:br/>
            <a:br/>
            <a:r>
              <a:t>This example shows both the research challenge and the practical value of the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Problems We 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Moved the task from unordered extraction to an explicit priority-aware intent representation.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Reduced open-key drift by pushing the model toward canonical attribute families instead of free-form key names.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Proved Gemma 4 can beat qmeans on exact key+value quality in flat extraction by the V6 stage.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Recovered a strong standalone priority model with V11 after several negative-result ablations.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Built a hybrid inference path that combines structured Gemma output with qmeans coverage for the best operational outcome.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Why The Negative Results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V8 showed that more capacity and more gold supervision did not automatically improve the structured model.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V9 showed that heavier gold weighting could collapse recall even further.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V10 showed that clean-only alignment could over-correct so strongly that extraction effectively disappeared.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V11 showed that the right recovery path was better balance, not more force.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That failure sequence strengthens the paper because it explains why the final recipe 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What Is Still Needed For Publication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Add rank-aware metrics: attribute top-1 accuracy, pairwise order accuracy, key-synonym top-1 accuracy, and key-synonym MRR.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Add structure metrics formally: parse rate, schema compliance rate, placeholder-key rate, and deep-wrapper rate.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Add exact structured match as the strict downstream metric.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Either recover the missing Gemma 3 benchmark archive or scope the final paper explicitly to the Gemma 4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The paper story is already strong, but the evaluation stack still under-measures the full ranking contribution.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Team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We now have a complete internal research story that starts with V3b, passes through the V6 flat win, and ends with the V11 standalone result plus the hybrid deployment result.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project has produced both positive findings and useful negative ablations, which strengthens the research argument rather than weakening it.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updated draft and deck are ready for internal team circulation with an honest Gemma 3 position and fuller experiment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Best standalone metric: V11 key+value F1 = 20.26%. Best overall operational key F1: Hybrid = 54.38%.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